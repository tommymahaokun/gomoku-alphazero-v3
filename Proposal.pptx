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50" d="100"/>
          <a:sy n="50" d="100"/>
        </p:scale>
        <p:origin x="1287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05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46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51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14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37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00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44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20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27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29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5FA375B-2933-432E-B2A2-F598A186CCEB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9A5CB02-D6DE-41DF-865F-B0C452A2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608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EC19F-144E-23F3-8483-E00BD76BF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Gomoku</a:t>
            </a:r>
            <a:r>
              <a:rPr lang="en-US" altLang="zh-CN" dirty="0"/>
              <a:t> AI through Reinforcement Learning and Monte Carlo Tree Search</a:t>
            </a:r>
            <a:endParaRPr lang="zh-CN" altLang="en-US" dirty="0"/>
          </a:p>
        </p:txBody>
      </p:sp>
      <p:pic>
        <p:nvPicPr>
          <p:cNvPr id="4" name="图片 3" descr="Gomoku - Wikipedia">
            <a:extLst>
              <a:ext uri="{FF2B5EF4-FFF2-40B4-BE49-F238E27FC236}">
                <a16:creationId xmlns:a16="http://schemas.microsoft.com/office/drawing/2014/main" id="{F0277233-0D52-563F-83D8-D9F1E8AF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3509963"/>
            <a:ext cx="31432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52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0F19F-B5E0-65C9-A7B0-831DC0E6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Overview and Motivation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88AD9-B31D-F9D3-6937-FB19DA6B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Gomoku has simple rules but a very large search space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Traditional AI relies on handcrafted pattern scores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Rule-based AI may struggle with long-term strategy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Goal: Build a playable </a:t>
            </a:r>
            <a:r>
              <a:rPr lang="en-US" altLang="zh-CN" dirty="0" err="1"/>
              <a:t>Gomoku</a:t>
            </a:r>
            <a:r>
              <a:rPr lang="en-US" altLang="zh-CN" dirty="0"/>
              <a:t> AI and train it using reinforcement learning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759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5E59D-037C-BE62-3E9A-9A2B158A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Prior Work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0D4733-F6A0-E705-67BA-8FDC495FE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Traditional </a:t>
            </a:r>
            <a:r>
              <a:rPr lang="en-US" altLang="zh-CN" dirty="0" err="1"/>
              <a:t>Gomoku</a:t>
            </a:r>
            <a:r>
              <a:rPr lang="en-US" altLang="zh-CN" dirty="0"/>
              <a:t> methods:</a:t>
            </a:r>
          </a:p>
          <a:p>
            <a:pPr marL="0" indent="0">
              <a:buNone/>
            </a:pPr>
            <a:r>
              <a:rPr lang="en-US" altLang="zh-CN" dirty="0"/>
              <a:t>Pattern-based evaluation</a:t>
            </a:r>
          </a:p>
          <a:p>
            <a:pPr marL="0" indent="0">
              <a:buNone/>
            </a:pPr>
            <a:r>
              <a:rPr lang="en-US" altLang="zh-CN" dirty="0"/>
              <a:t>Immediate win and block</a:t>
            </a:r>
          </a:p>
          <a:p>
            <a:pPr marL="0" indent="0">
              <a:buNone/>
            </a:pPr>
            <a:r>
              <a:rPr lang="en-US" altLang="zh-CN" dirty="0"/>
              <a:t>Minimax search</a:t>
            </a:r>
          </a:p>
          <a:p>
            <a:pPr marL="0" indent="0">
              <a:buNone/>
            </a:pPr>
            <a:r>
              <a:rPr lang="en-US" altLang="zh-CN" dirty="0"/>
              <a:t>Modern board-game AI:</a:t>
            </a:r>
            <a:br>
              <a:rPr lang="en-US" altLang="zh-CN" dirty="0"/>
            </a:br>
            <a:r>
              <a:rPr lang="en-US" altLang="zh-CN" dirty="0"/>
              <a:t>self-play generates training data</a:t>
            </a:r>
          </a:p>
          <a:p>
            <a:pPr marL="0" indent="0">
              <a:buNone/>
            </a:pPr>
            <a:r>
              <a:rPr lang="en-US" altLang="zh-CN" dirty="0"/>
              <a:t>MCTS explores possible future moves</a:t>
            </a:r>
          </a:p>
          <a:p>
            <a:pPr marL="0" indent="0">
              <a:buNone/>
            </a:pPr>
            <a:r>
              <a:rPr lang="en-US" altLang="zh-CN" dirty="0"/>
              <a:t>Refer to </a:t>
            </a:r>
            <a:r>
              <a:rPr lang="en-US" altLang="zh-CN" dirty="0" err="1"/>
              <a:t>AlphaGO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9461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0BFB2-36F0-9217-496B-EF940F2B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Proposal Method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78137-DE4C-998B-EF53-99BE59AEE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Build a 19*19 </a:t>
            </a:r>
            <a:r>
              <a:rPr lang="en-US" altLang="zh-CN" dirty="0" err="1"/>
              <a:t>Gomoku</a:t>
            </a:r>
            <a:r>
              <a:rPr lang="en-US" altLang="zh-CN" dirty="0"/>
              <a:t> Board and make all the graphics using </a:t>
            </a:r>
            <a:r>
              <a:rPr lang="en-US" altLang="zh-CN" dirty="0" err="1"/>
              <a:t>Pygame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Use MCTS to explore future moves, prioritize promising positions, and select moves using visit counts</a:t>
            </a:r>
          </a:p>
          <a:p>
            <a:pPr marL="0" indent="0">
              <a:buNone/>
            </a:pPr>
            <a:r>
              <a:rPr lang="en-US" altLang="zh-CN" dirty="0"/>
              <a:t>Train it using self-play by renting a 5090 GPU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Modules that will be used:</a:t>
            </a:r>
            <a:br>
              <a:rPr lang="en-US" altLang="zh-CN" dirty="0"/>
            </a:br>
            <a:r>
              <a:rPr lang="en-US" altLang="zh-CN" dirty="0" err="1"/>
              <a:t>Pygame</a:t>
            </a:r>
            <a:r>
              <a:rPr lang="en-US" altLang="zh-CN" dirty="0"/>
              <a:t>, </a:t>
            </a:r>
            <a:r>
              <a:rPr lang="en-US" altLang="zh-CN" dirty="0" err="1"/>
              <a:t>numpy</a:t>
            </a:r>
            <a:r>
              <a:rPr lang="en-US" altLang="zh-CN" dirty="0"/>
              <a:t>, </a:t>
            </a:r>
            <a:r>
              <a:rPr lang="en-US" altLang="zh-CN" dirty="0" err="1"/>
              <a:t>pytorch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224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9B305-6D88-AA22-7FAE-113F6E68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29E0F4-5906-3663-F666-942CFD65F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High GPU requirements</a:t>
            </a:r>
          </a:p>
          <a:p>
            <a:pPr marL="0" indent="0">
              <a:buNone/>
            </a:pPr>
            <a:r>
              <a:rPr lang="en-US" altLang="zh-CN" dirty="0"/>
              <a:t>Low-quality early self-play games</a:t>
            </a:r>
          </a:p>
          <a:p>
            <a:pPr marL="0" indent="0">
              <a:buNone/>
            </a:pPr>
            <a:r>
              <a:rPr lang="en-US" altLang="zh-CN" dirty="0"/>
              <a:t>Disadvantage for white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109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FD58D-2891-F73F-513E-43E623C5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8CDC2E-D224-1645-4573-3E1BF6DAA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400" dirty="0"/>
              <a:t>The project will be sponsored by GPT 5.6 Sol and Claude Opus 5</a:t>
            </a:r>
            <a:r>
              <a:rPr lang="zh-CN" altLang="en-US" sz="4400" dirty="0"/>
              <a:t>😀</a:t>
            </a:r>
          </a:p>
        </p:txBody>
      </p:sp>
      <p:pic>
        <p:nvPicPr>
          <p:cNvPr id="4" name="图片 3" descr="Sam Altman - Wikipedia">
            <a:extLst>
              <a:ext uri="{FF2B5EF4-FFF2-40B4-BE49-F238E27FC236}">
                <a16:creationId xmlns:a16="http://schemas.microsoft.com/office/drawing/2014/main" id="{59A36818-DC32-7B61-56D1-87D177A60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807970"/>
            <a:ext cx="2892266" cy="38563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E290F55-BD61-1D5C-FD43-42BCFB1F6AF3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ABE68F2-6931-8805-EFE2-982C68120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3244334"/>
            <a:ext cx="3495675" cy="3495675"/>
          </a:xfrm>
          <a:prstGeom prst="rect">
            <a:avLst/>
          </a:prstGeom>
        </p:spPr>
      </p:pic>
      <p:sp>
        <p:nvSpPr>
          <p:cNvPr id="12" name="心形 11">
            <a:extLst>
              <a:ext uri="{FF2B5EF4-FFF2-40B4-BE49-F238E27FC236}">
                <a16:creationId xmlns:a16="http://schemas.microsoft.com/office/drawing/2014/main" id="{6AC7769C-6FDE-D44F-EB6D-BAC702DA061B}"/>
              </a:ext>
            </a:extLst>
          </p:cNvPr>
          <p:cNvSpPr/>
          <p:nvPr/>
        </p:nvSpPr>
        <p:spPr>
          <a:xfrm>
            <a:off x="5955981" y="3874134"/>
            <a:ext cx="911544" cy="783591"/>
          </a:xfrm>
          <a:prstGeom prst="hear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97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B0A97-5B18-D235-4F1E-35A8699C6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Thanks to Tibo! </a:t>
            </a:r>
            <a:r>
              <a:rPr lang="zh-CN" altLang="zh-CN" dirty="0"/>
              <a:t>@thsottiaux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75390B9-E401-8C0F-CFC2-3A27882BF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737" y="1971249"/>
            <a:ext cx="3504725" cy="43513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71E72C1-F477-8CBF-BB60-84B99A7D8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994" y="1514459"/>
            <a:ext cx="6072206" cy="526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55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169</Words>
  <Application>Microsoft Office PowerPoint</Application>
  <PresentationFormat>宽屏</PresentationFormat>
  <Paragraphs>26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Gomoku AI through Reinforcement Learning and Monte Carlo Tree Search</vt:lpstr>
      <vt:lpstr>Overview and Motivation</vt:lpstr>
      <vt:lpstr> Prior Work</vt:lpstr>
      <vt:lpstr>Proposal Method</vt:lpstr>
      <vt:lpstr>Challenges</vt:lpstr>
      <vt:lpstr>PowerPoint 演示文稿</vt:lpstr>
      <vt:lpstr>Thanks to Tibo! @thsottiaux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Tommy Ma</dc:creator>
  <cp:lastModifiedBy>Tommy Ma</cp:lastModifiedBy>
  <cp:revision>15</cp:revision>
  <dcterms:created xsi:type="dcterms:W3CDTF">2026-07-28T18:59:08Z</dcterms:created>
  <dcterms:modified xsi:type="dcterms:W3CDTF">2026-07-28T19:42:18Z</dcterms:modified>
</cp:coreProperties>
</file>